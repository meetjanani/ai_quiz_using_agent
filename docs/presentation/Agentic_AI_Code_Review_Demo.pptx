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E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C54"/>
                </a:solidFill>
                <a:latin typeface="Aptos"/>
              </a:defRPr>
            </a:pPr>
            <a:r>
              <a:t>Agentic AI for Android PR 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33172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22222"/>
                </a:solidFill>
                <a:latin typeface="Aptos"/>
              </a:defRPr>
            </a:pPr>
            <a:r>
              <a:t>From static checks to workflow-aware review comments in GitHub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383280"/>
            <a:ext cx="10607040" cy="1463040"/>
          </a:xfrm>
          <a:prstGeom prst="roundRect">
            <a:avLst/>
          </a:prstGeom>
          <a:solidFill>
            <a:srgbClr val="E5EEF6"/>
          </a:solidFill>
          <a:ln>
            <a:solidFill>
              <a:srgbClr val="008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E2C54"/>
                </a:solidFill>
                <a:latin typeface="Aptos"/>
              </a:defRPr>
            </a:pPr>
            <a:r>
              <a:t>Key message: This solution behaves like an agent — it observes PR context, reasons across specialist reviewer roles, and performs a workflow action by posting code-review comments directly into GitHub.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  <a:latin typeface="Aptos"/>
              </a:defRPr>
            </a:pPr>
            <a:r>
              <a:t>Demo pack generated from this project's current GitHub Action + review-agent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E2C54"/>
                </a:solidFill>
                <a:latin typeface="Aptos"/>
              </a:rPr>
              <a:t>Problem We Are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Manual PR review is high-value but repetitive: lint, hardcoded values, architecture drift, security checks, and test quality.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Important issues are often found late, after reviewer time is already spent.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Generic AI summaries are helpful, but they do not automatically operate inside the delivery workflow.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We need review assistance that is contextual, consistent, and actionable at the exact line of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E2C54"/>
                </a:solidFill>
                <a:latin typeface="Aptos"/>
              </a:rPr>
              <a:t>Why This Is Agentic — Not Just Prompting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Trigger-aware: starts automatically when a pull request is opened or updated.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Context-aware: reads PR diff, Android lint output, and unit-test coverage context.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Role-aware: evaluates the change through specialist reviewer personas.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Action-oriented: converts findings into structured output and posts review comments back into GitHub.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Feedback-loop ready: developers fix issues in the same PR flow and re-run the agent on the next push.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E2C54"/>
                </a:solidFill>
                <a:latin typeface="Aptos"/>
              </a:rPr>
              <a:t>End-to-End Flow</a:t>
            </a:r>
          </a:p>
        </p:txBody>
      </p:sp>
      <p:pic>
        <p:nvPicPr>
          <p:cNvPr id="3" name="Picture 2" descr="agentic-review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11292840" cy="63522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  <a:latin typeface="Aptos"/>
              </a:defRPr>
            </a:pPr>
            <a:r>
              <a:t>Current workflow: PR event → context collection → master reviewer → specialist reasoning → structured findings → inline PR comments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E2C54"/>
                </a:solidFill>
                <a:latin typeface="Aptos"/>
              </a:rPr>
              <a:t>Architecture of the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2834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8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E2C54"/>
                </a:solidFill>
                <a:latin typeface="Aptos"/>
              </a:defRPr>
            </a:pPr>
            <a:r>
              <a:t>1. Orchestration Layer</a:t>
            </a:r>
          </a:p>
          <a:p>
            <a:pPr>
              <a:defRPr sz="1500">
                <a:solidFill>
                  <a:srgbClr val="222222"/>
                </a:solidFill>
                <a:latin typeface="Aptos"/>
              </a:defRPr>
            </a:pPr>
            <a:r>
              <a:t>GitHub Actions workflow (`.github/workflows/ai-pr-reviewer.yml`)</a:t>
            </a:r>
          </a:p>
          <a:p>
            <a:pPr>
              <a:defRPr sz="1500">
                <a:solidFill>
                  <a:srgbClr val="222222"/>
                </a:solidFill>
                <a:latin typeface="Aptos"/>
              </a:defRPr>
            </a:pPr>
            <a:r>
              <a:t>Diff generation (`pr_diff.patch`)</a:t>
            </a:r>
          </a:p>
          <a:p>
            <a:pPr>
              <a:defRPr sz="1500">
                <a:solidFill>
                  <a:srgbClr val="222222"/>
                </a:solidFill>
                <a:latin typeface="Aptos"/>
              </a:defRPr>
            </a:pPr>
            <a:r>
              <a:t>Lint + coverage context collection</a:t>
            </a:r>
          </a:p>
          <a:p>
            <a:pPr>
              <a:defRPr sz="1500">
                <a:solidFill>
                  <a:srgbClr val="222222"/>
                </a:solidFill>
                <a:latin typeface="Aptos"/>
              </a:defRPr>
            </a:pPr>
            <a:r>
              <a:t>Python controller (`.github/scripts/run_agent.py`)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7639" y="1417320"/>
            <a:ext cx="2834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8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E2C54"/>
                </a:solidFill>
                <a:latin typeface="Aptos"/>
              </a:defRPr>
            </a:pPr>
            <a:r>
              <a:t>2. Intelligence Layer</a:t>
            </a:r>
          </a:p>
          <a:p>
            <a:pPr>
              <a:defRPr sz="1500">
                <a:solidFill>
                  <a:srgbClr val="222222"/>
                </a:solidFill>
                <a:latin typeface="Aptos"/>
              </a:defRPr>
            </a:pPr>
            <a:r>
              <a:t>`master-reviewer-agent.md` as lead reviewer</a:t>
            </a:r>
          </a:p>
          <a:p>
            <a:pPr>
              <a:defRPr sz="1500">
                <a:solidFill>
                  <a:srgbClr val="222222"/>
                </a:solidFill>
                <a:latin typeface="Aptos"/>
              </a:defRPr>
            </a:pPr>
            <a:r>
              <a:t>Architecture / Logic sub-agent</a:t>
            </a:r>
          </a:p>
          <a:p>
            <a:pPr>
              <a:defRPr sz="1500">
                <a:solidFill>
                  <a:srgbClr val="222222"/>
                </a:solidFill>
                <a:latin typeface="Aptos"/>
              </a:defRPr>
            </a:pPr>
            <a:r>
              <a:t>Compose UI sub-agent</a:t>
            </a:r>
          </a:p>
          <a:p>
            <a:pPr>
              <a:defRPr sz="1500">
                <a:solidFill>
                  <a:srgbClr val="222222"/>
                </a:solidFill>
                <a:latin typeface="Aptos"/>
              </a:defRPr>
            </a:pPr>
            <a:r>
              <a:t>Security / Config sub-agent</a:t>
            </a:r>
          </a:p>
          <a:p>
            <a:pPr>
              <a:defRPr sz="1500">
                <a:solidFill>
                  <a:srgbClr val="222222"/>
                </a:solidFill>
                <a:latin typeface="Aptos"/>
              </a:defRPr>
            </a:pPr>
            <a:r>
              <a:t>Test / QA sub-agent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417320"/>
            <a:ext cx="2834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8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E2C54"/>
                </a:solidFill>
                <a:latin typeface="Aptos"/>
              </a:defRPr>
            </a:pPr>
            <a:r>
              <a:t>3. Output Layer</a:t>
            </a:r>
          </a:p>
          <a:p>
            <a:pPr>
              <a:defRPr sz="1500">
                <a:solidFill>
                  <a:srgbClr val="222222"/>
                </a:solidFill>
                <a:latin typeface="Aptos"/>
              </a:defRPr>
            </a:pPr>
            <a:r>
              <a:t>Structured XML findings</a:t>
            </a:r>
          </a:p>
          <a:p>
            <a:pPr>
              <a:defRPr sz="1500">
                <a:solidFill>
                  <a:srgbClr val="222222"/>
                </a:solidFill>
                <a:latin typeface="Aptos"/>
              </a:defRPr>
            </a:pPr>
            <a:r>
              <a:t>Severity ordering</a:t>
            </a:r>
          </a:p>
          <a:p>
            <a:pPr>
              <a:defRPr sz="1500">
                <a:solidFill>
                  <a:srgbClr val="222222"/>
                </a:solidFill>
                <a:latin typeface="Aptos"/>
              </a:defRPr>
            </a:pPr>
            <a:r>
              <a:t>Exact file + line extraction</a:t>
            </a:r>
          </a:p>
          <a:p>
            <a:pPr>
              <a:defRPr sz="1500">
                <a:solidFill>
                  <a:srgbClr val="222222"/>
                </a:solidFill>
                <a:latin typeface="Aptos"/>
              </a:defRPr>
            </a:pPr>
            <a:r>
              <a:t>Inline GitHub review comments</a:t>
            </a:r>
          </a:p>
          <a:p>
            <a:pPr>
              <a:defRPr sz="1500">
                <a:solidFill>
                  <a:srgbClr val="222222"/>
                </a:solidFill>
                <a:latin typeface="Aptos"/>
              </a:defRPr>
            </a:pPr>
            <a:r>
              <a:t>Coverage alerts for business-logic files below 75%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E2C54"/>
                </a:solidFill>
                <a:latin typeface="Aptos"/>
              </a:rPr>
              <a:t>What This Agent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Android lint and Kotlin code quality rules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Hardcoded strings, colors, numbers, and static literals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Correct use of BuildConfig vs Android resources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Compose UI quality, accessibility, and recomposition hygiene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Architecture boundaries across ViewModel / Repository / data layers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Security and configuration risks in build scripts and API usage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Testability and coverage gaps in business logic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E2C54"/>
                </a:solidFill>
                <a:latin typeface="Aptos"/>
              </a:rPr>
              <a:t>What the Demo Will Show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Step 1: Open a PR with intentional issues in Android/Kotlin files.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Step 2: GitHub Action generates diff, runs tests, coverage, and lint.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Step 3: Agent reviews only changed code and returns structured findings.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Step 4: Findings appear as line-level PR comments, not only as a generic summary.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Step 5: Coverage alerts are added separately for repository / use-case logic when below threshold.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554480"/>
            <a:ext cx="4297680" cy="1737360"/>
          </a:xfrm>
          <a:prstGeom prst="roundRect">
            <a:avLst/>
          </a:prstGeom>
          <a:solidFill>
            <a:srgbClr val="E5EEF6"/>
          </a:solidFill>
          <a:ln>
            <a:solidFill>
              <a:srgbClr val="008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2C54"/>
                </a:solidFill>
                <a:latin typeface="Aptos"/>
              </a:defRPr>
            </a:pPr>
            <a:r>
              <a:t>Best demo line: 'The agent behaves like a staff engineer that reads context, reasons across specialties, and comments directly where the developer needs to act.'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E2C54"/>
                </a:solidFill>
                <a:latin typeface="Aptos"/>
              </a:rP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Faster feedback on every pull request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More consistent review quality across reviewers and repos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Less reviewer time spent on repetitive checks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Earlier detection of Android-specific quality and security issues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Reusable review policy encoded as version-controlled agent prompts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23760" y="3657600"/>
            <a:ext cx="4389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8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222222"/>
                </a:solidFill>
                <a:latin typeface="Aptos"/>
              </a:defRPr>
            </a:pPr>
            <a:r>
              <a:t>Cycle time: Reduce back-and-forth by shifting common issues earlier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4343400"/>
            <a:ext cx="4389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8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222222"/>
                </a:solidFill>
                <a:latin typeface="Aptos"/>
              </a:defRPr>
            </a:pPr>
            <a:r>
              <a:t>Quality signal: Lint + coverage + structured review in one pass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5029200"/>
            <a:ext cx="4389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8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222222"/>
                </a:solidFill>
                <a:latin typeface="Aptos"/>
              </a:defRPr>
            </a:pPr>
            <a:r>
              <a:t>Scalability: Apply same pattern across multiple Android projects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E2C54"/>
                </a:solidFill>
                <a:latin typeface="Aptos"/>
              </a:rPr>
              <a:t>Rollout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Start in review-only mode on one Android repository.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Track false positives and tune the prompt files for 1–2 sprints.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Keep humans in the loop; use the agent to accelerate, not replace, engineering judgment.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Then templatize the workflow and prompt set for additional mobile projects.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E2C54"/>
                </a:solidFill>
                <a:latin typeface="Aptos"/>
              </a:rPr>
              <a:t>Close /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Approve a pilot for one repo or one team.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Use this as a standard AI agent use case inside the SDLC.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  <a:latin typeface="Aptos"/>
              </a:defRPr>
            </a:pPr>
            <a:r>
              <a:t>Measure review turnaround time, comment usefulness, and escaped defect reduction.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23760" y="3840480"/>
            <a:ext cx="4389120" cy="1554480"/>
          </a:xfrm>
          <a:prstGeom prst="roundRect">
            <a:avLst/>
          </a:prstGeom>
          <a:solidFill>
            <a:srgbClr val="E5EEF6"/>
          </a:solidFill>
          <a:ln>
            <a:solidFill>
              <a:srgbClr val="008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i="1">
                <a:solidFill>
                  <a:srgbClr val="0E2C54"/>
                </a:solidFill>
                <a:latin typeface="Aptos"/>
              </a:defRPr>
            </a:pPr>
            <a:r>
              <a:t>This is a practical example of agentic AI: not just generating text, but participating in an engineering workflow and producing accountable review 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