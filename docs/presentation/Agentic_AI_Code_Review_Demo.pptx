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E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E2C54"/>
                </a:solidFill>
                <a:latin typeface="Aptos"/>
              </a:rPr>
              <a:t>Agentic AI for Android PR 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Aptos"/>
              </a:defRPr>
            </a:pPr>
            <a:r>
              <a:t>Automated, context-aware code review — commented directly on GitHub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154680"/>
            <a:ext cx="11064240" cy="1463040"/>
          </a:xfrm>
          <a:prstGeom prst="roundRect">
            <a:avLst/>
          </a:prstGeom>
          <a:solidFill>
            <a:srgbClr val="E5EEF6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0E2C54"/>
                </a:solidFill>
                <a:latin typeface="Aptos"/>
              </a:defRPr>
            </a:pPr>
            <a:r>
              <a:t>Key idea: This is agentic AI — not just generating text, but participating in an engineering workflow and producing accountable, line-level review actions inside GitHub.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  <a:latin typeface="Aptos"/>
              </a:defRPr>
            </a:pPr>
            <a:r>
              <a:t>Built on Gemini 2.5 Flash · GitHub Actions · Python · MVVM Android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2C54"/>
                </a:solidFill>
                <a:latin typeface="Aptos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11155680" cy="27432"/>
          </a:xfrm>
          <a:prstGeom prst="rect">
            <a:avLst/>
          </a:prstGeom>
          <a:solidFill>
            <a:srgbClr val="008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Manual reviews are slow — developers wait hours or days for feedback.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Quality varies by reviewer — same mistakes get through on different PRs.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Repetitive checks waste senior engineer time: lint, magic numbers, hardcoded values.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Test-coverage gaps go unnoticed until production.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2C54"/>
                </a:solidFill>
                <a:latin typeface="Aptos"/>
              </a:rPr>
              <a:t>Why This Is an Agent — Not Just a 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11155680" cy="27432"/>
          </a:xfrm>
          <a:prstGeom prst="rect">
            <a:avLst/>
          </a:prstGeom>
          <a:solidFill>
            <a:srgbClr val="008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Trigger-aware: starts automatically when a PR is opened or updated.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Context-aware: reads PR diff, lint output, and test coverage.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Role-aware: reasons through specialist reviewer personas (Architecture, UI, Security, QA).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Action-oriented: posts structured review comments at the exact line of code.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Feedback-loop: developer fixes → pushes → agent re-reviews in the same PR.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371600"/>
            <a:ext cx="4480560" cy="914400"/>
          </a:xfrm>
          <a:prstGeom prst="roundRect">
            <a:avLst/>
          </a:prstGeom>
          <a:solidFill>
            <a:srgbClr val="E5EEF6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2C54"/>
                </a:solidFill>
                <a:latin typeface="Aptos"/>
              </a:defRPr>
            </a:pPr>
            <a:r>
              <a:t>"The agent behaves like a Staff Engineer: it reads context, reasons across specialties, and acts where the developer needs to."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2C54"/>
                </a:solidFill>
                <a:latin typeface="Aptos"/>
              </a:rPr>
              <a:t>End-to-End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11155680" cy="27432"/>
          </a:xfrm>
          <a:prstGeom prst="rect">
            <a:avLst/>
          </a:prstGeom>
          <a:solidFill>
            <a:srgbClr val="008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gentic-review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614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  <a:latin typeface="Aptos"/>
              </a:defRPr>
            </a:pPr>
            <a:r>
              <a:t>PR event → diff + lint + coverage collection → Gemini master reviewer → specialist sub-agents → structured findings → GitHub inline comments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2C54"/>
                </a:solidFill>
                <a:latin typeface="Aptos"/>
              </a:rPr>
              <a:t>How It Is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11155680" cy="27432"/>
          </a:xfrm>
          <a:prstGeom prst="rect">
            <a:avLst/>
          </a:prstGeom>
          <a:solidFill>
            <a:srgbClr val="008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32004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2C54"/>
                </a:solidFill>
                <a:latin typeface="Aptos"/>
              </a:defRPr>
            </a:pPr>
            <a:r>
              <a:t>① Orchestration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GitHub Actions workflow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Diff (pr_diff.patch)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Android Lint context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JaCoCo coverage XML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run_agent.py controller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9080" y="1325880"/>
            <a:ext cx="32004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2C54"/>
                </a:solidFill>
                <a:latin typeface="Aptos"/>
              </a:defRPr>
            </a:pPr>
            <a:r>
              <a:t>② Intelligence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master-reviewer-agent.md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arch-logic-agent.md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compose-ui-agent.md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security-config-agent.md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test-qa-agent.md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325880"/>
            <a:ext cx="32004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2C54"/>
                </a:solidFill>
                <a:latin typeface="Aptos"/>
              </a:defRPr>
            </a:pPr>
            <a:r>
              <a:t>③ Output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Structured XML findings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Severity ranking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Exact file + line pinning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Inline GitHub comments</a:t>
            </a:r>
          </a:p>
          <a:p>
            <a:pPr>
              <a:spcBef>
                <a:spcPts val="400"/>
              </a:spcBef>
              <a:defRPr sz="1400">
                <a:solidFill>
                  <a:srgbClr val="222222"/>
                </a:solidFill>
                <a:latin typeface="Aptos"/>
              </a:defRPr>
            </a:pPr>
            <a:r>
              <a:t>  • Coverage alerts (&lt; 75 %)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2C54"/>
                </a:solidFill>
                <a:latin typeface="Aptos"/>
              </a:rPr>
              <a:t>What the Agent Reviews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11155680" cy="27432"/>
          </a:xfrm>
          <a:prstGeom prst="rect">
            <a:avLst/>
          </a:prstGeom>
          <a:solidFill>
            <a:srgbClr val="008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Hardcoded strings, colours, magic numbers → suggests BuildConfig or resource XML.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Android Lint + Kotlin lint rules and code formatting.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Compose UI quality, accessibility, and recomposition hygiene.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Architecture boundaries: ViewModel / Repository / Data layers.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Security risks in build scripts, API usage, and Manifest.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Test coverage gaps in business-logic files (Repository, UseCase).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2C54"/>
                </a:solidFill>
                <a:latin typeface="Aptos"/>
              </a:rPr>
              <a:t>What the Live Demo Shows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11155680" cy="27432"/>
          </a:xfrm>
          <a:prstGeom prst="rect">
            <a:avLst/>
          </a:prstGeom>
          <a:solidFill>
            <a:srgbClr val="008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Open a PR with intentional issues in MainActivity.kt.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GitHub Action auto-triggers: diff → lint → coverage → Gemini call.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Agent returns structured XML findings ordered by severity.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Each finding is posted as an inline comment on the exact changed line.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Coverage alert posted separately when a business-logic file is below 75 %.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371600"/>
            <a:ext cx="4480560" cy="1874520"/>
          </a:xfrm>
          <a:prstGeom prst="roundRect">
            <a:avLst/>
          </a:prstGeom>
          <a:solidFill>
            <a:srgbClr val="E5EEF6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2C54"/>
                </a:solidFill>
                <a:latin typeface="Aptos"/>
              </a:defRPr>
            </a:pPr>
            <a:r>
              <a:t>Demo tip: 4 bugs planted —</a:t>
            </a:r>
            <a:br/>
            <a:r>
              <a:t>hardcoded API key · hardcoded log tag</a:t>
            </a:r>
            <a:br/>
            <a:r>
              <a:t>magic number 5000 · hardcoded welcome string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2C54"/>
                </a:solidFill>
                <a:latin typeface="Aptos"/>
              </a:rPr>
              <a:t>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11155680" cy="27432"/>
          </a:xfrm>
          <a:prstGeom prst="rect">
            <a:avLst/>
          </a:prstGeom>
          <a:solidFill>
            <a:srgbClr val="008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Review feedback in ~2 minutes — not hours.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Consistent quality: same bar on every PR, every repo.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Senior engineer time freed from repetitive checks.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Reusable policy: rules are version-controlled agent prompts.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0" y="3474720"/>
            <a:ext cx="457200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222222"/>
                </a:solidFill>
                <a:latin typeface="Aptos"/>
              </a:defRPr>
            </a:pPr>
            <a:r>
              <a:t>  Cycle time:  Earlier feedback → fewer back-and-forth rounds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4224528"/>
            <a:ext cx="457200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222222"/>
                </a:solidFill>
                <a:latin typeface="Aptos"/>
              </a:defRPr>
            </a:pPr>
            <a:r>
              <a:t>  Quality gate:  Lint + coverage + structured review in one automated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4974336"/>
            <a:ext cx="457200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222222"/>
                </a:solidFill>
                <a:latin typeface="Aptos"/>
              </a:defRPr>
            </a:pPr>
            <a:r>
              <a:t>  Scale:  Copy 3 files → works on any Android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2C54"/>
                </a:solidFill>
                <a:latin typeface="Aptos"/>
              </a:rPr>
              <a:t>How to Add This to Any Android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11155680" cy="27432"/>
          </a:xfrm>
          <a:prstGeom prst="rect">
            <a:avLst/>
          </a:prstGeom>
          <a:solidFill>
            <a:srgbClr val="008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Copy .github/workflows/ai-pr-reviewer.yml to your repo.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Copy .github/scripts/run_agent.py and master-reviewer-agent.md.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Add LLM_API_KEY to GitHub → Settings → Secrets.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Optionally edit the .md prompt files to match your project's rules.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Open a PR — the agent runs automatically.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371600"/>
            <a:ext cx="4480560" cy="914400"/>
          </a:xfrm>
          <a:prstGeom prst="roundRect">
            <a:avLst/>
          </a:prstGeom>
          <a:solidFill>
            <a:srgbClr val="E5EEF6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2C54"/>
                </a:solidFill>
                <a:latin typeface="Aptos"/>
              </a:defRPr>
            </a:pPr>
            <a:r>
              <a:t>Total setup time: ~15 minutes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2C54"/>
                </a:solidFill>
                <a:latin typeface="Aptos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11155680" cy="27432"/>
          </a:xfrm>
          <a:prstGeom prst="rect">
            <a:avLst/>
          </a:prstGeom>
          <a:solidFill>
            <a:srgbClr val="008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Pilot on one Android repo — run in review-only mode for 2 sprints.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Tune the prompt files based on false-positive feedback.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Track: review turnaround time, escaped defects, coverage trend.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  <a:latin typeface="Aptos"/>
              </a:defRPr>
            </a:pPr>
            <a:r>
              <a:t>▸  Templatise and roll out across additional mobile projects.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371600"/>
            <a:ext cx="4480560" cy="914400"/>
          </a:xfrm>
          <a:prstGeom prst="roundRect">
            <a:avLst/>
          </a:prstGeom>
          <a:solidFill>
            <a:srgbClr val="E5EEF6"/>
          </a:solidFill>
          <a:ln>
            <a:solidFill>
              <a:srgbClr val="0081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2C54"/>
                </a:solidFill>
                <a:latin typeface="Aptos"/>
              </a:defRPr>
            </a:pPr>
            <a:r>
              <a:t>"This is practical agentic AI: not generating text, but participating in an engineering workflow and producing accountable review actions."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